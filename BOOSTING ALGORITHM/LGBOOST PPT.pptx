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60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53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BA413-2F7B-D9C1-FAA5-0E434C0E8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6760CD-F9E3-4632-4780-1DE330F453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A1070-1AB9-CAD6-8E59-A89D120A9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91526-852E-4514-A4E0-72A3B4EE2EB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E4B9E-4F0F-67F5-5ACB-9979AA639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2D574-0BC7-5034-4EBA-D80AB50B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67C84-9FFF-44E7-89E7-FDFAE1A91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707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A85F0-7403-F11C-299E-034DD698B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D0E26-65E8-B08D-1802-5E773DABB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C83C0-74A0-EAAD-FF23-CFEEB4A34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91526-852E-4514-A4E0-72A3B4EE2EB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5D5B4-A6CD-574C-8CD2-D776CF1CE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D691C-AEB5-81F6-5683-67CBB1590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67C84-9FFF-44E7-89E7-FDFAE1A91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424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811A8-819E-5049-188E-CE7E63DA1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EDC81-1C98-8F1B-9E0D-4E4534952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8546E-FCCE-A016-1209-4A8DE0CA5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91526-852E-4514-A4E0-72A3B4EE2EB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AF554-34BA-E211-1EB3-B2504A7CF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DAE67-6740-4DFC-FDE0-1768B58D7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67C84-9FFF-44E7-89E7-FDFAE1A91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09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66680-150D-AE77-CD20-E85A18A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CB6F6-657B-E660-55D8-ABDBB2C34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293C96-916D-D944-C149-FEDD58B7E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3B19FE-D377-2565-AC3E-0F576F57F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91526-852E-4514-A4E0-72A3B4EE2EB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1E346-F613-BBFD-6C40-9F297E3FE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69FE6-A261-88C7-766A-2271DFAB5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67C84-9FFF-44E7-89E7-FDFAE1A91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106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01EDE-9351-91C4-1B83-F77CE951E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76BCF-9FDF-F48A-C41B-6116DA5A6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9E3C24-3675-B399-A92B-41A54B1A7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2E2CF4-0023-6C71-456E-22E28116F0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6FFE5B-6913-43A4-425D-2693A275A4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5BE13-02DD-E2A3-79EC-CBB8D6536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91526-852E-4514-A4E0-72A3B4EE2EB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69AF4-3784-C68A-EE25-16BF1DF8B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ECFE13-644F-1E1E-9F42-DF7C26071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67C84-9FFF-44E7-89E7-FDFAE1A91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346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F0CCF-F260-B74A-35CD-8B2E2C9A0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250D76-44EB-D62A-7AC7-7EA53C1DF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91526-852E-4514-A4E0-72A3B4EE2EB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5821AD-B6ED-B896-BCE1-45BA60A92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0DD892-F77C-ABA6-4ABC-51634955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67C84-9FFF-44E7-89E7-FDFAE1A91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722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3C1467-06BB-2DFF-8D16-A02FBFD09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91526-852E-4514-A4E0-72A3B4EE2EB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4FBF79-BE50-E155-3F23-519836A08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1B81B-25F2-26DA-909D-2EF292CE5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67C84-9FFF-44E7-89E7-FDFAE1A91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489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E6C2D-2587-9394-AD44-89632607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4BEF6-D79F-8DD4-A461-A0DF6AB50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92AF0-49E6-5C8F-07BB-71505088B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47B38-9B94-26D6-9A2C-9A9EBC2AA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91526-852E-4514-A4E0-72A3B4EE2EB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9FA99-E735-2151-C812-B6806724B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C7338-6577-4FD2-446F-D9F75482F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67C84-9FFF-44E7-89E7-FDFAE1A91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3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17E9F-590A-1316-82A2-D842E0582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5C85BE-BEDB-8850-AD59-0E575FFA9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896BCE-FA1B-A2EB-5981-DB2DD6CF1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F32A5-6CC3-A77E-2E26-579700B5B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91526-852E-4514-A4E0-72A3B4EE2EB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6D1A3-B265-487D-F25B-265535193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1BF0D-A2EA-2E53-74C0-A7E730C24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67C84-9FFF-44E7-89E7-FDFAE1A91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992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18896-E842-31AE-BB36-C6F33DDF4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C0CFDE-1D81-FFD4-40EC-01AFDD0E7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40C2B-9BAB-E497-F5CA-9FF43B473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91526-852E-4514-A4E0-72A3B4EE2EB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1E5CC-05FD-D7D9-0235-A9205684A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EDA1A-2538-3FBC-4321-3BF31741E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67C84-9FFF-44E7-89E7-FDFAE1A91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071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8DF17C-DB84-AAF9-7B7B-D5403F28AD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E3D9A8-FFDF-911C-C80B-7465F7062C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249D1-B3AE-0559-70B0-D1CB1CD1C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91526-852E-4514-A4E0-72A3B4EE2EB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8E678-236E-732B-0A2F-50B7A6DE4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D6EF0-EFEA-C561-837C-DC41C0E02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67C84-9FFF-44E7-89E7-FDFAE1A91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10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A84AF2-FCCA-749C-BB8E-ED6807F40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80508-1CE6-96D0-C0DE-4B0E2FC3E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DED8D-6FD6-ECCB-4E56-6142D743E5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91526-852E-4514-A4E0-72A3B4EE2EB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D6405-52D6-82A4-51C9-16A110832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73EAD-EEEB-24F6-C0DE-0DEFDAD44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67C84-9FFF-44E7-89E7-FDFAE1A91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214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4EB77-8766-8C14-96CD-EA66785ED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</a:t>
            </a:r>
            <a:r>
              <a:rPr lang="en-US" dirty="0" err="1"/>
              <a:t>LightGBM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11BE735-EED4-0CFC-36B2-3EE90D43F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LightGBM</a:t>
            </a:r>
            <a:r>
              <a:rPr lang="en-US" b="1" dirty="0"/>
              <a:t> (Light Gradient Boosting Machine)</a:t>
            </a:r>
            <a:r>
              <a:rPr lang="en-US" dirty="0"/>
              <a:t> is a machine learning algorithm used for </a:t>
            </a:r>
            <a:r>
              <a:rPr lang="en-US" b="1" dirty="0"/>
              <a:t>regression</a:t>
            </a:r>
            <a:r>
              <a:rPr lang="en-US" dirty="0"/>
              <a:t> (predicting numbers) and </a:t>
            </a:r>
            <a:r>
              <a:rPr lang="en-US" b="1" dirty="0"/>
              <a:t>classification</a:t>
            </a:r>
            <a:r>
              <a:rPr lang="en-US" dirty="0"/>
              <a:t> (predicting categories).</a:t>
            </a:r>
          </a:p>
          <a:p>
            <a:r>
              <a:rPr lang="en-US" dirty="0"/>
              <a:t>It builds </a:t>
            </a:r>
            <a:r>
              <a:rPr lang="en-US" b="1" dirty="0"/>
              <a:t>many small decision trees</a:t>
            </a:r>
            <a:r>
              <a:rPr lang="en-US" dirty="0"/>
              <a:t>, where </a:t>
            </a:r>
            <a:r>
              <a:rPr lang="en-US" b="1" dirty="0"/>
              <a:t>each new tree learns from the mistakes (errors) of the previous trees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3734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5B094F-FA8A-DE0E-EDB4-D07305EBB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TREE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61DB468-85B5-72CF-0333-B6A33412EB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6184" y="1898373"/>
            <a:ext cx="6327962" cy="396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467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BB5A81-5955-FEEA-FA12-C73625E99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9883C70-1135-085F-FCD3-5A187F4E8D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8921" y="1918252"/>
            <a:ext cx="7782339" cy="370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812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42AB7-17FA-F918-DC93-FCFA54503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9460E0-5FBD-0831-E34E-833B5EBAA9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6730" y="1371600"/>
            <a:ext cx="7663070" cy="480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970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3D1D0-CBC2-3D5D-A689-1C04BFADE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C85EAA-0294-6C82-9DA8-65DC76560C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018" y="2226365"/>
            <a:ext cx="6321286" cy="282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970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4072B-7493-2D40-74B3-BF1D437A8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606C37-F448-70F3-47E3-F39F137CC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5513" y="2007704"/>
            <a:ext cx="6768548" cy="347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592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Microsoft Office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                        LightGBM</vt:lpstr>
      <vt:lpstr>SEQUENTIAL TREE</vt:lpstr>
      <vt:lpstr>LOSS FUNCTION</vt:lpstr>
      <vt:lpstr>FEATURES</vt:lpstr>
      <vt:lpstr>SUMMARY</vt:lpstr>
      <vt:lpstr>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Agnes Jeyapaul</dc:creator>
  <cp:lastModifiedBy>Agnes Jeyapaul</cp:lastModifiedBy>
  <cp:revision>2</cp:revision>
  <dcterms:created xsi:type="dcterms:W3CDTF">2026-07-03T13:39:00Z</dcterms:created>
  <dcterms:modified xsi:type="dcterms:W3CDTF">2026-07-03T13:39:41Z</dcterms:modified>
</cp:coreProperties>
</file>