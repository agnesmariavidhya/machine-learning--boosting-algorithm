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2" r:id="rId4"/>
    <p:sldId id="258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3D90-4BA9-470C-1460-5D6B85F8A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DEDA6-2265-4D31-2085-992D4BB0A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D6CC9-3EC1-8020-B2AA-2F951CED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AA23F-55DD-182A-0719-B15D7979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EE50E-F1E1-4F46-C133-D9784B58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2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7CE0-347D-7742-A0D1-D88FF924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DC53-2CAD-4B20-90E9-FDC61A906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0AFEB-DA4E-66A6-14EB-C6FF8461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24370-E1B7-4325-DB44-889C6936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7AB95-0498-C6B8-3FEB-04BA074A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81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243A-E93C-BBE0-0741-C1C7B031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E990A-E297-70ED-1326-27ABA0AFD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B2FC3-454A-34B6-357D-CCE0C404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0C8E2-E127-99C0-60E6-199D0661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F9A16-91D6-1D72-90DD-2A06417B6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BBDE-13F4-EF42-A4B5-104F9426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83597-D26E-3433-B6E3-A60D3BBF1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75F9D-5A47-FC53-E824-EB3A7FF92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8A437-BC81-7F89-4FC8-DBAEE486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79E0A-49A5-30E8-7E78-BC12C971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4BC52-38E8-48A3-E96A-64BE21E2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8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FE2D-2C94-7B3F-2AE3-590C5AC8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5500D-5023-71BF-1895-3885B26D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F0986-7FB0-8267-5220-8BC8519E1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049A2-1E53-02FB-C69A-52BB274E3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03CBC8-5F18-F598-DCDD-0836DE7C4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E5FD43-699F-B20F-FD42-747FA0E5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1B951-EE4C-B353-7DB5-E69A0B2F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30DE6-4002-C85D-AA37-C082410D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5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1898-D157-67C9-F0C3-D0919003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024A80-C2AC-1EC2-EF67-6062CE84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FEEA0-5C4D-373A-BC0C-1AF0EA42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5FFF7-A44C-68AA-7A36-3FF4E2ED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05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DD2F1-53DF-77B0-2F77-75533223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B895F-D4BA-BAEC-4972-D4BFD4CF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7FFA9-55FE-4DE9-2473-C1ECC4B5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17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12E9-7799-A13B-8806-D0447ADC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E93DD-E93C-72BC-4099-C55CBB189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110A3-FC9C-D5E6-E744-6608BCAA9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2F0D9-8BB0-198F-2D73-B479622A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56000-3002-9C2A-0F60-4377C787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0F34D-E1BF-4E4A-5D4C-33EFCE80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6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CDD-2763-63C6-4280-4BEE91AD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55281F-1FD4-9FF6-EE8C-7B413DE79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BF165-00FA-F3E4-0205-519062EC1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06E7B-8686-D744-D18B-8DD330A7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E3D3D-DCD3-1A58-6157-90F5C3A3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9B2E3-3416-7DA2-01C3-92F99115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02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0E10-F2C4-9DFE-DA2A-27E7B31B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53C54-8023-A2C2-9F1E-967A92D63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D043-3CD5-B6EC-CE86-6A0D3F24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22C9-F3E9-68EE-A0D8-1A8FC34D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FA8EA-98E5-CBA9-6142-2CE3D28F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72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30BA3-5C3D-0A7E-E654-613E79E53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B7D1-C272-44EE-CA47-D347DE61F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395E7-456C-441E-5D40-DD58AC18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48689-4E6D-7232-AB25-2B98DC20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1B237-6A54-A01E-A1CD-AFD0DFB2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2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8E56C-8D68-2C91-BEF3-2A957E38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2F674-51D5-BB30-B085-3CFC0EB0E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F08A5-CED6-A4B4-2286-3BCCF741E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106EB-0315-4377-BE54-62C54C2822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71656-1E5D-6559-BD42-A2B1744CB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1788-966C-6FF2-301C-7B0669709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90886-E521-4E22-8425-A27098C8D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9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594C6B-05DE-988F-5F3E-81C03D4F9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357" y="1908313"/>
            <a:ext cx="6509285" cy="1520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6AB73B-24A9-6178-74D4-455B9D32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XGBOOST REGRESSOR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2E96B-400D-B42F-36A6-CCFCBAF52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43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7FA05E-8FBE-E159-EA7C-C489F25F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Additive Model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B66420E-38B2-6173-F7D5-FA39F3928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053" y="1689652"/>
            <a:ext cx="4959625" cy="4005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FA9108-E46B-2198-8C53-07C32CD26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19" y="1828800"/>
            <a:ext cx="5059019" cy="357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6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3E9B-865E-D024-85A6-B0F5349C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901"/>
          </a:xfrm>
        </p:spPr>
        <p:txBody>
          <a:bodyPr/>
          <a:lstStyle/>
          <a:p>
            <a:pPr algn="ctr"/>
            <a:r>
              <a:rPr lang="en-US" dirty="0"/>
              <a:t>            Forward stage- wise fashion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1F45F6-53B1-F6F3-78BC-E26B43839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847" y="1918252"/>
            <a:ext cx="9998306" cy="391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2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E166-0AE6-DA18-4018-0230B13BF2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E3338-7338-B276-7AE8-97E633E09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09" y="719855"/>
            <a:ext cx="9952582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7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FED95E-6ED3-2C4D-D429-3BBCC26E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939" y="1371599"/>
            <a:ext cx="7633252" cy="37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91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7E3B7-45C1-0FF4-B8B5-95F69984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57" y="2633870"/>
            <a:ext cx="10608808" cy="29717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A9C8865-2ED8-1F90-F6EA-BFAF5DF8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83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13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XGBOOST REGRESSOR</vt:lpstr>
      <vt:lpstr>    Additive Model</vt:lpstr>
      <vt:lpstr>            Forward stage- wise fashion</vt:lpstr>
      <vt:lpstr>                   </vt:lpstr>
      <vt:lpstr>PowerPoint Presentation</vt:lpstr>
      <vt:lpstr>                            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Agnes Jeyapaul</dc:creator>
  <cp:lastModifiedBy>Agnes Jeyapaul</cp:lastModifiedBy>
  <cp:revision>4</cp:revision>
  <dcterms:created xsi:type="dcterms:W3CDTF">2026-07-02T15:04:00Z</dcterms:created>
  <dcterms:modified xsi:type="dcterms:W3CDTF">2026-07-03T14:27:34Z</dcterms:modified>
</cp:coreProperties>
</file>