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979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382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66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70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355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73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56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9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091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659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6690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857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6084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551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443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59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52578-BFB4-403B-91D4-C034FD7676D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C2E580C-FE24-46E4-919E-43342399D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395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  <p:sldLayoutId id="2147484058" r:id="rId4"/>
    <p:sldLayoutId id="2147484059" r:id="rId5"/>
    <p:sldLayoutId id="2147484060" r:id="rId6"/>
    <p:sldLayoutId id="2147484061" r:id="rId7"/>
    <p:sldLayoutId id="2147484062" r:id="rId8"/>
    <p:sldLayoutId id="2147484063" r:id="rId9"/>
    <p:sldLayoutId id="2147484064" r:id="rId10"/>
    <p:sldLayoutId id="2147484065" r:id="rId11"/>
    <p:sldLayoutId id="2147484066" r:id="rId12"/>
    <p:sldLayoutId id="2147484067" r:id="rId13"/>
    <p:sldLayoutId id="2147484068" r:id="rId14"/>
    <p:sldLayoutId id="2147484069" r:id="rId15"/>
    <p:sldLayoutId id="214748407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AFCEB0-E434-A02E-B617-C2B8593D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 REGRESSION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F6E43B-3B96-E71E-B0BD-92A30FA08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1053"/>
            <a:ext cx="8596668" cy="4580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Boosting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59C891-C019-D476-219A-333862D38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948" y="2282090"/>
            <a:ext cx="7046843" cy="375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643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89A1DA-4642-28A8-8D41-902996623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940" y="884583"/>
            <a:ext cx="9065838" cy="531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06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1CD1DB-79C4-02CD-6F35-B05C6ED1B5B4}"/>
                  </a:ext>
                </a:extLst>
              </p:cNvPr>
              <p:cNvSpPr txBox="1"/>
              <p:nvPr/>
            </p:nvSpPr>
            <p:spPr>
              <a:xfrm>
                <a:off x="894522" y="1469906"/>
                <a:ext cx="7474226" cy="4287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IN" b="1" dirty="0"/>
                  <a:t>Prediction Error</a:t>
                </a:r>
                <a:r>
                  <a:rPr lang="en-IN" dirty="0"/>
                  <a:t>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=∣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ar-AE" i="0">
                          <a:latin typeface="Cambria Math" panose="02040503050406030204" pitchFamily="18" charset="0"/>
                        </a:rPr>
                        <m:t>∣</m:t>
                      </m:r>
                    </m:oMath>
                  </m:oMathPara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Actual value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ar-AE" dirty="0"/>
                  <a:t>= </a:t>
                </a:r>
                <a:r>
                  <a:rPr lang="en-IN" dirty="0"/>
                  <a:t>Predicted value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Error 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 startAt="2"/>
                </a:pPr>
                <a:r>
                  <a:rPr lang="en-IN" b="1" dirty="0"/>
                  <a:t>Final Prediction</a:t>
                </a:r>
                <a:r>
                  <a:rPr lang="en-IN" dirty="0"/>
                  <a:t>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dirty="0"/>
                  <a:t>Final prediction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dirty="0"/>
                  <a:t>Prediction from the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dirty="0"/>
                  <a:t>-</a:t>
                </a:r>
                <a:r>
                  <a:rPr lang="en-IN" dirty="0" err="1"/>
                  <a:t>th</a:t>
                </a:r>
                <a:r>
                  <a:rPr lang="en-IN" dirty="0"/>
                  <a:t> weak regressor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Weight assigned to each regressor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IN" dirty="0"/>
                  <a:t>= Number of weak regressors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1CD1DB-79C4-02CD-6F35-B05C6ED1B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22" y="1469906"/>
                <a:ext cx="7474226" cy="4287520"/>
              </a:xfrm>
              <a:prstGeom prst="rect">
                <a:avLst/>
              </a:prstGeom>
              <a:blipFill>
                <a:blip r:embed="rId2"/>
                <a:stretch>
                  <a:fillRect l="-734" t="-853" b="-12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867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9C3B-AECB-9B46-90AF-114FC42D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predictions are combined?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5A5EAB-4C27-491F-4F9C-A8A09D2B1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8497" y="1930400"/>
            <a:ext cx="7116416" cy="393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71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6C12AA-EEA9-F80A-4C9D-EB2949D04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539" y="1769166"/>
            <a:ext cx="2842591" cy="2802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B501D8-5330-4C68-8145-D81CAA96B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478" y="1898375"/>
            <a:ext cx="3011557" cy="252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210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252</TotalTime>
  <Words>68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Cambria Math</vt:lpstr>
      <vt:lpstr>Times New Roman</vt:lpstr>
      <vt:lpstr>Trebuchet MS</vt:lpstr>
      <vt:lpstr>Wingdings 3</vt:lpstr>
      <vt:lpstr>Facet</vt:lpstr>
      <vt:lpstr>ADABOOST REGRESSION</vt:lpstr>
      <vt:lpstr>PowerPoint Presentation</vt:lpstr>
      <vt:lpstr>PowerPoint Presentation</vt:lpstr>
      <vt:lpstr>How predictions are combined?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Agnes Jeyapaul</dc:creator>
  <cp:lastModifiedBy>Agnes Jeyapaul</cp:lastModifiedBy>
  <cp:revision>2</cp:revision>
  <dcterms:created xsi:type="dcterms:W3CDTF">2026-07-02T10:20:59Z</dcterms:created>
  <dcterms:modified xsi:type="dcterms:W3CDTF">2026-07-02T14:34:29Z</dcterms:modified>
</cp:coreProperties>
</file>